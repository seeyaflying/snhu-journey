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C44074-092A-4478-95FF-0DCB6BEDFF21}" v="6" dt="2026-04-20T00:59:01.5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59" d="100"/>
          <a:sy n="59" d="100"/>
        </p:scale>
        <p:origin x="78" y="14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lton, Daniel" userId="e8a15db8-cb68-43a0-a30f-944e5ffd2858" providerId="ADAL" clId="{EE233ED3-B3B5-416A-BEF0-085993F3CD50}"/>
    <pc:docChg chg="undo redo custSel addSld modSld addMainMaster delMainMaster">
      <pc:chgData name="Dalton, Daniel" userId="e8a15db8-cb68-43a0-a30f-944e5ffd2858" providerId="ADAL" clId="{EE233ED3-B3B5-416A-BEF0-085993F3CD50}" dt="2026-04-20T00:59:01.556" v="2993"/>
      <pc:docMkLst>
        <pc:docMk/>
      </pc:docMkLst>
      <pc:sldChg chg="addSp modSp mod setBg modClrScheme setClrOvrMap chgLayout modNotesTx">
        <pc:chgData name="Dalton, Daniel" userId="e8a15db8-cb68-43a0-a30f-944e5ffd2858" providerId="ADAL" clId="{EE233ED3-B3B5-416A-BEF0-085993F3CD50}" dt="2026-04-20T00:06:59.449" v="126" actId="20577"/>
        <pc:sldMkLst>
          <pc:docMk/>
          <pc:sldMk cId="1611931831" sldId="256"/>
        </pc:sldMkLst>
        <pc:spChg chg="mod">
          <ac:chgData name="Dalton, Daniel" userId="e8a15db8-cb68-43a0-a30f-944e5ffd2858" providerId="ADAL" clId="{EE233ED3-B3B5-416A-BEF0-085993F3CD50}" dt="2026-04-20T00:06:07.266" v="76" actId="207"/>
          <ac:spMkLst>
            <pc:docMk/>
            <pc:sldMk cId="1611931831" sldId="256"/>
            <ac:spMk id="2" creationId="{A96E3703-7647-F0BB-FC6E-A63583268177}"/>
          </ac:spMkLst>
        </pc:spChg>
        <pc:spChg chg="mod">
          <ac:chgData name="Dalton, Daniel" userId="e8a15db8-cb68-43a0-a30f-944e5ffd2858" providerId="ADAL" clId="{EE233ED3-B3B5-416A-BEF0-085993F3CD50}" dt="2026-04-20T00:06:23.272" v="97" actId="20577"/>
          <ac:spMkLst>
            <pc:docMk/>
            <pc:sldMk cId="1611931831" sldId="256"/>
            <ac:spMk id="3" creationId="{05A1C028-579D-C791-7298-7EDDBA61C759}"/>
          </ac:spMkLst>
        </pc:spChg>
        <pc:spChg chg="add">
          <ac:chgData name="Dalton, Daniel" userId="e8a15db8-cb68-43a0-a30f-944e5ffd2858" providerId="ADAL" clId="{EE233ED3-B3B5-416A-BEF0-085993F3CD50}" dt="2026-04-20T00:01:42.528" v="0" actId="26606"/>
          <ac:spMkLst>
            <pc:docMk/>
            <pc:sldMk cId="1611931831" sldId="256"/>
            <ac:spMk id="9" creationId="{19F9BF86-FE94-4517-B97D-026C7515E589}"/>
          </ac:spMkLst>
        </pc:spChg>
        <pc:spChg chg="add">
          <ac:chgData name="Dalton, Daniel" userId="e8a15db8-cb68-43a0-a30f-944e5ffd2858" providerId="ADAL" clId="{EE233ED3-B3B5-416A-BEF0-085993F3CD50}" dt="2026-04-20T00:01:42.528" v="0" actId="26606"/>
          <ac:spMkLst>
            <pc:docMk/>
            <pc:sldMk cId="1611931831" sldId="256"/>
            <ac:spMk id="11" creationId="{36136311-C81B-47C5-AE0A-5641A5A59520}"/>
          </ac:spMkLst>
        </pc:spChg>
        <pc:picChg chg="add mod">
          <ac:chgData name="Dalton, Daniel" userId="e8a15db8-cb68-43a0-a30f-944e5ffd2858" providerId="ADAL" clId="{EE233ED3-B3B5-416A-BEF0-085993F3CD50}" dt="2026-04-20T00:06:42.762" v="98" actId="1076"/>
          <ac:picMkLst>
            <pc:docMk/>
            <pc:sldMk cId="1611931831" sldId="256"/>
            <ac:picMk id="4" creationId="{7A54A27A-3304-00C6-6B60-C17466B5A1CB}"/>
          </ac:picMkLst>
        </pc:picChg>
        <pc:cxnChg chg="add">
          <ac:chgData name="Dalton, Daniel" userId="e8a15db8-cb68-43a0-a30f-944e5ffd2858" providerId="ADAL" clId="{EE233ED3-B3B5-416A-BEF0-085993F3CD50}" dt="2026-04-20T00:01:42.528" v="0" actId="26606"/>
          <ac:cxnSpMkLst>
            <pc:docMk/>
            <pc:sldMk cId="1611931831" sldId="256"/>
            <ac:cxnSpMk id="13" creationId="{7CC73A33-65FF-41A9-A3B0-006753CD1028}"/>
          </ac:cxnSpMkLst>
        </pc:cxnChg>
      </pc:sldChg>
      <pc:sldChg chg="addSp delSp modSp new mod setBg">
        <pc:chgData name="Dalton, Daniel" userId="e8a15db8-cb68-43a0-a30f-944e5ffd2858" providerId="ADAL" clId="{EE233ED3-B3B5-416A-BEF0-085993F3CD50}" dt="2026-04-20T00:14:52.058" v="858" actId="962"/>
        <pc:sldMkLst>
          <pc:docMk/>
          <pc:sldMk cId="1216075083" sldId="257"/>
        </pc:sldMkLst>
        <pc:spChg chg="mod">
          <ac:chgData name="Dalton, Daniel" userId="e8a15db8-cb68-43a0-a30f-944e5ffd2858" providerId="ADAL" clId="{EE233ED3-B3B5-416A-BEF0-085993F3CD50}" dt="2026-04-20T00:14:50.193" v="856" actId="26606"/>
          <ac:spMkLst>
            <pc:docMk/>
            <pc:sldMk cId="1216075083" sldId="257"/>
            <ac:spMk id="2" creationId="{1FEB5357-4B87-9ADF-9C29-8075FF447F1A}"/>
          </ac:spMkLst>
        </pc:spChg>
        <pc:spChg chg="mod ord">
          <ac:chgData name="Dalton, Daniel" userId="e8a15db8-cb68-43a0-a30f-944e5ffd2858" providerId="ADAL" clId="{EE233ED3-B3B5-416A-BEF0-085993F3CD50}" dt="2026-04-20T00:14:50.193" v="856" actId="26606"/>
          <ac:spMkLst>
            <pc:docMk/>
            <pc:sldMk cId="1216075083" sldId="257"/>
            <ac:spMk id="3" creationId="{C63B7A58-591C-EBE5-8F80-39D281DC04CC}"/>
          </ac:spMkLst>
        </pc:spChg>
        <pc:spChg chg="add del">
          <ac:chgData name="Dalton, Daniel" userId="e8a15db8-cb68-43a0-a30f-944e5ffd2858" providerId="ADAL" clId="{EE233ED3-B3B5-416A-BEF0-085993F3CD50}" dt="2026-04-20T00:14:36.931" v="845" actId="26606"/>
          <ac:spMkLst>
            <pc:docMk/>
            <pc:sldMk cId="1216075083" sldId="257"/>
            <ac:spMk id="10" creationId="{744CAA32-F237-419C-A2DD-43C28D920D3C}"/>
          </ac:spMkLst>
        </pc:spChg>
        <pc:spChg chg="add del">
          <ac:chgData name="Dalton, Daniel" userId="e8a15db8-cb68-43a0-a30f-944e5ffd2858" providerId="ADAL" clId="{EE233ED3-B3B5-416A-BEF0-085993F3CD50}" dt="2026-04-20T00:14:38.633" v="847" actId="26606"/>
          <ac:spMkLst>
            <pc:docMk/>
            <pc:sldMk cId="1216075083" sldId="257"/>
            <ac:spMk id="14" creationId="{8FCE029E-5073-4498-8104-8427AA987352}"/>
          </ac:spMkLst>
        </pc:spChg>
        <pc:spChg chg="add del">
          <ac:chgData name="Dalton, Daniel" userId="e8a15db8-cb68-43a0-a30f-944e5ffd2858" providerId="ADAL" clId="{EE233ED3-B3B5-416A-BEF0-085993F3CD50}" dt="2026-04-20T00:14:41.801" v="849" actId="26606"/>
          <ac:spMkLst>
            <pc:docMk/>
            <pc:sldMk cId="1216075083" sldId="257"/>
            <ac:spMk id="17" creationId="{744CAA32-F237-419C-A2DD-43C28D920D3C}"/>
          </ac:spMkLst>
        </pc:spChg>
        <pc:spChg chg="add del">
          <ac:chgData name="Dalton, Daniel" userId="e8a15db8-cb68-43a0-a30f-944e5ffd2858" providerId="ADAL" clId="{EE233ED3-B3B5-416A-BEF0-085993F3CD50}" dt="2026-04-20T00:14:41.801" v="849" actId="26606"/>
          <ac:spMkLst>
            <pc:docMk/>
            <pc:sldMk cId="1216075083" sldId="257"/>
            <ac:spMk id="18" creationId="{18EE42F0-2470-417A-8666-6E3266FEBF30}"/>
          </ac:spMkLst>
        </pc:spChg>
        <pc:spChg chg="add del">
          <ac:chgData name="Dalton, Daniel" userId="e8a15db8-cb68-43a0-a30f-944e5ffd2858" providerId="ADAL" clId="{EE233ED3-B3B5-416A-BEF0-085993F3CD50}" dt="2026-04-20T00:14:43.064" v="851" actId="26606"/>
          <ac:spMkLst>
            <pc:docMk/>
            <pc:sldMk cId="1216075083" sldId="257"/>
            <ac:spMk id="21" creationId="{744CAA32-F237-419C-A2DD-43C28D920D3C}"/>
          </ac:spMkLst>
        </pc:spChg>
        <pc:spChg chg="add del">
          <ac:chgData name="Dalton, Daniel" userId="e8a15db8-cb68-43a0-a30f-944e5ffd2858" providerId="ADAL" clId="{EE233ED3-B3B5-416A-BEF0-085993F3CD50}" dt="2026-04-20T00:14:44.163" v="853" actId="26606"/>
          <ac:spMkLst>
            <pc:docMk/>
            <pc:sldMk cId="1216075083" sldId="257"/>
            <ac:spMk id="24" creationId="{DBDA151C-5770-45E4-AAFF-59E7F403866D}"/>
          </ac:spMkLst>
        </pc:spChg>
        <pc:spChg chg="add del">
          <ac:chgData name="Dalton, Daniel" userId="e8a15db8-cb68-43a0-a30f-944e5ffd2858" providerId="ADAL" clId="{EE233ED3-B3B5-416A-BEF0-085993F3CD50}" dt="2026-04-20T00:14:50.183" v="855" actId="26606"/>
          <ac:spMkLst>
            <pc:docMk/>
            <pc:sldMk cId="1216075083" sldId="257"/>
            <ac:spMk id="27" creationId="{8FCE029E-5073-4498-8104-8427AA987352}"/>
          </ac:spMkLst>
        </pc:spChg>
        <pc:spChg chg="add">
          <ac:chgData name="Dalton, Daniel" userId="e8a15db8-cb68-43a0-a30f-944e5ffd2858" providerId="ADAL" clId="{EE233ED3-B3B5-416A-BEF0-085993F3CD50}" dt="2026-04-20T00:14:50.193" v="856" actId="26606"/>
          <ac:spMkLst>
            <pc:docMk/>
            <pc:sldMk cId="1216075083" sldId="257"/>
            <ac:spMk id="30" creationId="{744CAA32-F237-419C-A2DD-43C28D920D3C}"/>
          </ac:spMkLst>
        </pc:spChg>
        <pc:picChg chg="add mod ord">
          <ac:chgData name="Dalton, Daniel" userId="e8a15db8-cb68-43a0-a30f-944e5ffd2858" providerId="ADAL" clId="{EE233ED3-B3B5-416A-BEF0-085993F3CD50}" dt="2026-04-20T00:14:52.058" v="858" actId="962"/>
          <ac:picMkLst>
            <pc:docMk/>
            <pc:sldMk cId="1216075083" sldId="257"/>
            <ac:picMk id="5" creationId="{66AD380A-1310-247C-A195-F8D65E5C7EC0}"/>
          </ac:picMkLst>
        </pc:picChg>
        <pc:cxnChg chg="add del">
          <ac:chgData name="Dalton, Daniel" userId="e8a15db8-cb68-43a0-a30f-944e5ffd2858" providerId="ADAL" clId="{EE233ED3-B3B5-416A-BEF0-085993F3CD50}" dt="2026-04-20T00:14:36.931" v="845" actId="26606"/>
          <ac:cxnSpMkLst>
            <pc:docMk/>
            <pc:sldMk cId="1216075083" sldId="257"/>
            <ac:cxnSpMk id="12" creationId="{753FE100-D0AB-4AE2-824B-60CFA31EC6A2}"/>
          </ac:cxnSpMkLst>
        </pc:cxnChg>
        <pc:cxnChg chg="add del">
          <ac:chgData name="Dalton, Daniel" userId="e8a15db8-cb68-43a0-a30f-944e5ffd2858" providerId="ADAL" clId="{EE233ED3-B3B5-416A-BEF0-085993F3CD50}" dt="2026-04-20T00:14:38.633" v="847" actId="26606"/>
          <ac:cxnSpMkLst>
            <pc:docMk/>
            <pc:sldMk cId="1216075083" sldId="257"/>
            <ac:cxnSpMk id="15" creationId="{BEFF515C-2521-4964-9DAC-2BFB8EC86AE4}"/>
          </ac:cxnSpMkLst>
        </pc:cxnChg>
        <pc:cxnChg chg="add del">
          <ac:chgData name="Dalton, Daniel" userId="e8a15db8-cb68-43a0-a30f-944e5ffd2858" providerId="ADAL" clId="{EE233ED3-B3B5-416A-BEF0-085993F3CD50}" dt="2026-04-20T00:14:41.801" v="849" actId="26606"/>
          <ac:cxnSpMkLst>
            <pc:docMk/>
            <pc:sldMk cId="1216075083" sldId="257"/>
            <ac:cxnSpMk id="19" creationId="{B90DD1AA-9FC9-0AF2-B563-CA13C179FBC8}"/>
          </ac:cxnSpMkLst>
        </pc:cxnChg>
        <pc:cxnChg chg="add del">
          <ac:chgData name="Dalton, Daniel" userId="e8a15db8-cb68-43a0-a30f-944e5ffd2858" providerId="ADAL" clId="{EE233ED3-B3B5-416A-BEF0-085993F3CD50}" dt="2026-04-20T00:14:43.064" v="851" actId="26606"/>
          <ac:cxnSpMkLst>
            <pc:docMk/>
            <pc:sldMk cId="1216075083" sldId="257"/>
            <ac:cxnSpMk id="22" creationId="{753FE100-D0AB-4AE2-824B-60CFA31EC6A2}"/>
          </ac:cxnSpMkLst>
        </pc:cxnChg>
        <pc:cxnChg chg="add del">
          <ac:chgData name="Dalton, Daniel" userId="e8a15db8-cb68-43a0-a30f-944e5ffd2858" providerId="ADAL" clId="{EE233ED3-B3B5-416A-BEF0-085993F3CD50}" dt="2026-04-20T00:14:44.163" v="853" actId="26606"/>
          <ac:cxnSpMkLst>
            <pc:docMk/>
            <pc:sldMk cId="1216075083" sldId="257"/>
            <ac:cxnSpMk id="25" creationId="{FDE45FFB-BDDD-441E-8A3F-CA05C33E118E}"/>
          </ac:cxnSpMkLst>
        </pc:cxnChg>
        <pc:cxnChg chg="add del">
          <ac:chgData name="Dalton, Daniel" userId="e8a15db8-cb68-43a0-a30f-944e5ffd2858" providerId="ADAL" clId="{EE233ED3-B3B5-416A-BEF0-085993F3CD50}" dt="2026-04-20T00:14:50.183" v="855" actId="26606"/>
          <ac:cxnSpMkLst>
            <pc:docMk/>
            <pc:sldMk cId="1216075083" sldId="257"/>
            <ac:cxnSpMk id="28" creationId="{BEFF515C-2521-4964-9DAC-2BFB8EC86AE4}"/>
          </ac:cxnSpMkLst>
        </pc:cxnChg>
        <pc:cxnChg chg="add">
          <ac:chgData name="Dalton, Daniel" userId="e8a15db8-cb68-43a0-a30f-944e5ffd2858" providerId="ADAL" clId="{EE233ED3-B3B5-416A-BEF0-085993F3CD50}" dt="2026-04-20T00:14:50.193" v="856" actId="26606"/>
          <ac:cxnSpMkLst>
            <pc:docMk/>
            <pc:sldMk cId="1216075083" sldId="257"/>
            <ac:cxnSpMk id="31" creationId="{753FE100-D0AB-4AE2-824B-60CFA31EC6A2}"/>
          </ac:cxnSpMkLst>
        </pc:cxnChg>
      </pc:sldChg>
      <pc:sldChg chg="addSp modSp new mod setBg">
        <pc:chgData name="Dalton, Daniel" userId="e8a15db8-cb68-43a0-a30f-944e5ffd2858" providerId="ADAL" clId="{EE233ED3-B3B5-416A-BEF0-085993F3CD50}" dt="2026-04-20T00:21:28.965" v="1581" actId="26606"/>
        <pc:sldMkLst>
          <pc:docMk/>
          <pc:sldMk cId="3021632096" sldId="258"/>
        </pc:sldMkLst>
        <pc:spChg chg="mod">
          <ac:chgData name="Dalton, Daniel" userId="e8a15db8-cb68-43a0-a30f-944e5ffd2858" providerId="ADAL" clId="{EE233ED3-B3B5-416A-BEF0-085993F3CD50}" dt="2026-04-20T00:21:28.965" v="1581" actId="26606"/>
          <ac:spMkLst>
            <pc:docMk/>
            <pc:sldMk cId="3021632096" sldId="258"/>
            <ac:spMk id="2" creationId="{EB9B6A09-10D0-03AF-FE68-AF7A12970905}"/>
          </ac:spMkLst>
        </pc:spChg>
        <pc:spChg chg="mod">
          <ac:chgData name="Dalton, Daniel" userId="e8a15db8-cb68-43a0-a30f-944e5ffd2858" providerId="ADAL" clId="{EE233ED3-B3B5-416A-BEF0-085993F3CD50}" dt="2026-04-20T00:21:28.965" v="1581" actId="26606"/>
          <ac:spMkLst>
            <pc:docMk/>
            <pc:sldMk cId="3021632096" sldId="258"/>
            <ac:spMk id="3" creationId="{7BA249EF-52CA-83A5-91A2-F4A9A332D35E}"/>
          </ac:spMkLst>
        </pc:spChg>
        <pc:spChg chg="add">
          <ac:chgData name="Dalton, Daniel" userId="e8a15db8-cb68-43a0-a30f-944e5ffd2858" providerId="ADAL" clId="{EE233ED3-B3B5-416A-BEF0-085993F3CD50}" dt="2026-04-20T00:21:28.965" v="1581" actId="26606"/>
          <ac:spMkLst>
            <pc:docMk/>
            <pc:sldMk cId="3021632096" sldId="258"/>
            <ac:spMk id="10" creationId="{744CAA32-F237-419C-A2DD-43C28D920D3C}"/>
          </ac:spMkLst>
        </pc:spChg>
        <pc:picChg chg="add mod">
          <ac:chgData name="Dalton, Daniel" userId="e8a15db8-cb68-43a0-a30f-944e5ffd2858" providerId="ADAL" clId="{EE233ED3-B3B5-416A-BEF0-085993F3CD50}" dt="2026-04-20T00:21:28.965" v="1581" actId="26606"/>
          <ac:picMkLst>
            <pc:docMk/>
            <pc:sldMk cId="3021632096" sldId="258"/>
            <ac:picMk id="5" creationId="{8E498290-9B5A-ED8C-9F8F-3674CAE1454F}"/>
          </ac:picMkLst>
        </pc:picChg>
        <pc:cxnChg chg="add">
          <ac:chgData name="Dalton, Daniel" userId="e8a15db8-cb68-43a0-a30f-944e5ffd2858" providerId="ADAL" clId="{EE233ED3-B3B5-416A-BEF0-085993F3CD50}" dt="2026-04-20T00:21:28.965" v="1581" actId="26606"/>
          <ac:cxnSpMkLst>
            <pc:docMk/>
            <pc:sldMk cId="3021632096" sldId="258"/>
            <ac:cxnSpMk id="12" creationId="{92025DBA-8780-9CA0-2826-FF6E3BD1A0C9}"/>
          </ac:cxnSpMkLst>
        </pc:cxnChg>
      </pc:sldChg>
      <pc:sldChg chg="addSp modSp new mod setBg">
        <pc:chgData name="Dalton, Daniel" userId="e8a15db8-cb68-43a0-a30f-944e5ffd2858" providerId="ADAL" clId="{EE233ED3-B3B5-416A-BEF0-085993F3CD50}" dt="2026-04-20T00:51:51.596" v="2284" actId="962"/>
        <pc:sldMkLst>
          <pc:docMk/>
          <pc:sldMk cId="3797194135" sldId="259"/>
        </pc:sldMkLst>
        <pc:spChg chg="mod">
          <ac:chgData name="Dalton, Daniel" userId="e8a15db8-cb68-43a0-a30f-944e5ffd2858" providerId="ADAL" clId="{EE233ED3-B3B5-416A-BEF0-085993F3CD50}" dt="2026-04-20T00:51:51.568" v="2282" actId="26606"/>
          <ac:spMkLst>
            <pc:docMk/>
            <pc:sldMk cId="3797194135" sldId="259"/>
            <ac:spMk id="2" creationId="{6F6BABAF-9218-09C1-3DE9-CE6713B7D7D0}"/>
          </ac:spMkLst>
        </pc:spChg>
        <pc:spChg chg="mod ord">
          <ac:chgData name="Dalton, Daniel" userId="e8a15db8-cb68-43a0-a30f-944e5ffd2858" providerId="ADAL" clId="{EE233ED3-B3B5-416A-BEF0-085993F3CD50}" dt="2026-04-20T00:51:51.568" v="2282" actId="26606"/>
          <ac:spMkLst>
            <pc:docMk/>
            <pc:sldMk cId="3797194135" sldId="259"/>
            <ac:spMk id="3" creationId="{859E3BDA-7A6A-27FC-C5D0-674D26B35BF2}"/>
          </ac:spMkLst>
        </pc:spChg>
        <pc:spChg chg="add">
          <ac:chgData name="Dalton, Daniel" userId="e8a15db8-cb68-43a0-a30f-944e5ffd2858" providerId="ADAL" clId="{EE233ED3-B3B5-416A-BEF0-085993F3CD50}" dt="2026-04-20T00:51:51.568" v="2282" actId="26606"/>
          <ac:spMkLst>
            <pc:docMk/>
            <pc:sldMk cId="3797194135" sldId="259"/>
            <ac:spMk id="10" creationId="{DBDA151C-5770-45E4-AAFF-59E7F403866D}"/>
          </ac:spMkLst>
        </pc:spChg>
        <pc:picChg chg="add mod">
          <ac:chgData name="Dalton, Daniel" userId="e8a15db8-cb68-43a0-a30f-944e5ffd2858" providerId="ADAL" clId="{EE233ED3-B3B5-416A-BEF0-085993F3CD50}" dt="2026-04-20T00:51:51.596" v="2284" actId="962"/>
          <ac:picMkLst>
            <pc:docMk/>
            <pc:sldMk cId="3797194135" sldId="259"/>
            <ac:picMk id="5" creationId="{6EF3A72F-11BB-6FB0-ED64-D72E643CE651}"/>
          </ac:picMkLst>
        </pc:picChg>
        <pc:cxnChg chg="add">
          <ac:chgData name="Dalton, Daniel" userId="e8a15db8-cb68-43a0-a30f-944e5ffd2858" providerId="ADAL" clId="{EE233ED3-B3B5-416A-BEF0-085993F3CD50}" dt="2026-04-20T00:51:51.568" v="2282" actId="26606"/>
          <ac:cxnSpMkLst>
            <pc:docMk/>
            <pc:sldMk cId="3797194135" sldId="259"/>
            <ac:cxnSpMk id="12" creationId="{2EA0F4A6-3CC9-C9E2-BA02-58FA29F7DD8E}"/>
          </ac:cxnSpMkLst>
        </pc:cxnChg>
      </pc:sldChg>
      <pc:sldChg chg="addSp delSp modSp new mod setBg">
        <pc:chgData name="Dalton, Daniel" userId="e8a15db8-cb68-43a0-a30f-944e5ffd2858" providerId="ADAL" clId="{EE233ED3-B3B5-416A-BEF0-085993F3CD50}" dt="2026-04-20T00:57:23.551" v="2974" actId="26606"/>
        <pc:sldMkLst>
          <pc:docMk/>
          <pc:sldMk cId="1364086276" sldId="260"/>
        </pc:sldMkLst>
        <pc:spChg chg="mod">
          <ac:chgData name="Dalton, Daniel" userId="e8a15db8-cb68-43a0-a30f-944e5ffd2858" providerId="ADAL" clId="{EE233ED3-B3B5-416A-BEF0-085993F3CD50}" dt="2026-04-20T00:57:23.551" v="2974" actId="26606"/>
          <ac:spMkLst>
            <pc:docMk/>
            <pc:sldMk cId="1364086276" sldId="260"/>
            <ac:spMk id="2" creationId="{BDD901F6-C01E-FB08-AAA6-7C207D224464}"/>
          </ac:spMkLst>
        </pc:spChg>
        <pc:spChg chg="mod ord">
          <ac:chgData name="Dalton, Daniel" userId="e8a15db8-cb68-43a0-a30f-944e5ffd2858" providerId="ADAL" clId="{EE233ED3-B3B5-416A-BEF0-085993F3CD50}" dt="2026-04-20T00:57:23.551" v="2974" actId="26606"/>
          <ac:spMkLst>
            <pc:docMk/>
            <pc:sldMk cId="1364086276" sldId="260"/>
            <ac:spMk id="3" creationId="{5FA8751F-471D-208D-5BC9-D754C3C27402}"/>
          </ac:spMkLst>
        </pc:spChg>
        <pc:spChg chg="add del">
          <ac:chgData name="Dalton, Daniel" userId="e8a15db8-cb68-43a0-a30f-944e5ffd2858" providerId="ADAL" clId="{EE233ED3-B3B5-416A-BEF0-085993F3CD50}" dt="2026-04-20T00:57:19.094" v="2967" actId="26606"/>
          <ac:spMkLst>
            <pc:docMk/>
            <pc:sldMk cId="1364086276" sldId="260"/>
            <ac:spMk id="10" creationId="{406BD704-01C2-4341-B99A-116CC7EC56EF}"/>
          </ac:spMkLst>
        </pc:spChg>
        <pc:spChg chg="add del">
          <ac:chgData name="Dalton, Daniel" userId="e8a15db8-cb68-43a0-a30f-944e5ffd2858" providerId="ADAL" clId="{EE233ED3-B3B5-416A-BEF0-085993F3CD50}" dt="2026-04-20T00:57:19.094" v="2967" actId="26606"/>
          <ac:spMkLst>
            <pc:docMk/>
            <pc:sldMk cId="1364086276" sldId="260"/>
            <ac:spMk id="12" creationId="{0225C01B-A296-4FAA-AA46-794F27DF6934}"/>
          </ac:spMkLst>
        </pc:spChg>
        <pc:spChg chg="add del">
          <ac:chgData name="Dalton, Daniel" userId="e8a15db8-cb68-43a0-a30f-944e5ffd2858" providerId="ADAL" clId="{EE233ED3-B3B5-416A-BEF0-085993F3CD50}" dt="2026-04-20T00:57:19.980" v="2969" actId="26606"/>
          <ac:spMkLst>
            <pc:docMk/>
            <pc:sldMk cId="1364086276" sldId="260"/>
            <ac:spMk id="16" creationId="{744CAA32-F237-419C-A2DD-43C28D920D3C}"/>
          </ac:spMkLst>
        </pc:spChg>
        <pc:spChg chg="add del">
          <ac:chgData name="Dalton, Daniel" userId="e8a15db8-cb68-43a0-a30f-944e5ffd2858" providerId="ADAL" clId="{EE233ED3-B3B5-416A-BEF0-085993F3CD50}" dt="2026-04-20T00:57:20.988" v="2971" actId="26606"/>
          <ac:spMkLst>
            <pc:docMk/>
            <pc:sldMk cId="1364086276" sldId="260"/>
            <ac:spMk id="19" creationId="{DBDA151C-5770-45E4-AAFF-59E7F403866D}"/>
          </ac:spMkLst>
        </pc:spChg>
        <pc:spChg chg="add del">
          <ac:chgData name="Dalton, Daniel" userId="e8a15db8-cb68-43a0-a30f-944e5ffd2858" providerId="ADAL" clId="{EE233ED3-B3B5-416A-BEF0-085993F3CD50}" dt="2026-04-20T00:57:23.543" v="2973" actId="26606"/>
          <ac:spMkLst>
            <pc:docMk/>
            <pc:sldMk cId="1364086276" sldId="260"/>
            <ac:spMk id="22" creationId="{DBDA151C-5770-45E4-AAFF-59E7F403866D}"/>
          </ac:spMkLst>
        </pc:spChg>
        <pc:spChg chg="add">
          <ac:chgData name="Dalton, Daniel" userId="e8a15db8-cb68-43a0-a30f-944e5ffd2858" providerId="ADAL" clId="{EE233ED3-B3B5-416A-BEF0-085993F3CD50}" dt="2026-04-20T00:57:23.551" v="2974" actId="26606"/>
          <ac:spMkLst>
            <pc:docMk/>
            <pc:sldMk cId="1364086276" sldId="260"/>
            <ac:spMk id="25" creationId="{063F27BC-7079-4FF7-8F7C-ABC82FA3C247}"/>
          </ac:spMkLst>
        </pc:spChg>
        <pc:picChg chg="add mod ord">
          <ac:chgData name="Dalton, Daniel" userId="e8a15db8-cb68-43a0-a30f-944e5ffd2858" providerId="ADAL" clId="{EE233ED3-B3B5-416A-BEF0-085993F3CD50}" dt="2026-04-20T00:57:23.551" v="2974" actId="26606"/>
          <ac:picMkLst>
            <pc:docMk/>
            <pc:sldMk cId="1364086276" sldId="260"/>
            <ac:picMk id="5" creationId="{CB44CF0E-3D54-B7CF-2C57-68013FACEF0C}"/>
          </ac:picMkLst>
        </pc:picChg>
        <pc:cxnChg chg="add del">
          <ac:chgData name="Dalton, Daniel" userId="e8a15db8-cb68-43a0-a30f-944e5ffd2858" providerId="ADAL" clId="{EE233ED3-B3B5-416A-BEF0-085993F3CD50}" dt="2026-04-20T00:57:19.094" v="2967" actId="26606"/>
          <ac:cxnSpMkLst>
            <pc:docMk/>
            <pc:sldMk cId="1364086276" sldId="260"/>
            <ac:cxnSpMk id="14" creationId="{62713E66-598D-4B8A-9D2A-67C7AF46EF11}"/>
          </ac:cxnSpMkLst>
        </pc:cxnChg>
        <pc:cxnChg chg="add del">
          <ac:chgData name="Dalton, Daniel" userId="e8a15db8-cb68-43a0-a30f-944e5ffd2858" providerId="ADAL" clId="{EE233ED3-B3B5-416A-BEF0-085993F3CD50}" dt="2026-04-20T00:57:19.980" v="2969" actId="26606"/>
          <ac:cxnSpMkLst>
            <pc:docMk/>
            <pc:sldMk cId="1364086276" sldId="260"/>
            <ac:cxnSpMk id="17" creationId="{08052531-D50B-3899-B150-D05525F4F2BC}"/>
          </ac:cxnSpMkLst>
        </pc:cxnChg>
        <pc:cxnChg chg="add del">
          <ac:chgData name="Dalton, Daniel" userId="e8a15db8-cb68-43a0-a30f-944e5ffd2858" providerId="ADAL" clId="{EE233ED3-B3B5-416A-BEF0-085993F3CD50}" dt="2026-04-20T00:57:20.988" v="2971" actId="26606"/>
          <ac:cxnSpMkLst>
            <pc:docMk/>
            <pc:sldMk cId="1364086276" sldId="260"/>
            <ac:cxnSpMk id="20" creationId="{39AA7464-1EB7-A869-C7D3-AA680BBA984A}"/>
          </ac:cxnSpMkLst>
        </pc:cxnChg>
        <pc:cxnChg chg="add del">
          <ac:chgData name="Dalton, Daniel" userId="e8a15db8-cb68-43a0-a30f-944e5ffd2858" providerId="ADAL" clId="{EE233ED3-B3B5-416A-BEF0-085993F3CD50}" dt="2026-04-20T00:57:23.543" v="2973" actId="26606"/>
          <ac:cxnSpMkLst>
            <pc:docMk/>
            <pc:sldMk cId="1364086276" sldId="260"/>
            <ac:cxnSpMk id="23" creationId="{2EA0F4A6-3CC9-C9E2-BA02-58FA29F7DD8E}"/>
          </ac:cxnSpMkLst>
        </pc:cxnChg>
        <pc:cxnChg chg="add">
          <ac:chgData name="Dalton, Daniel" userId="e8a15db8-cb68-43a0-a30f-944e5ffd2858" providerId="ADAL" clId="{EE233ED3-B3B5-416A-BEF0-085993F3CD50}" dt="2026-04-20T00:57:23.551" v="2974" actId="26606"/>
          <ac:cxnSpMkLst>
            <pc:docMk/>
            <pc:sldMk cId="1364086276" sldId="260"/>
            <ac:cxnSpMk id="26" creationId="{540DBD50-3CB1-A513-2321-1891E3F0954D}"/>
          </ac:cxnSpMkLst>
        </pc:cxnChg>
      </pc:sldChg>
      <pc:sldChg chg="addSp modSp new mod setBg">
        <pc:chgData name="Dalton, Daniel" userId="e8a15db8-cb68-43a0-a30f-944e5ffd2858" providerId="ADAL" clId="{EE233ED3-B3B5-416A-BEF0-085993F3CD50}" dt="2026-04-20T00:59:01.556" v="2993"/>
        <pc:sldMkLst>
          <pc:docMk/>
          <pc:sldMk cId="3579121691" sldId="261"/>
        </pc:sldMkLst>
        <pc:spChg chg="mod">
          <ac:chgData name="Dalton, Daniel" userId="e8a15db8-cb68-43a0-a30f-944e5ffd2858" providerId="ADAL" clId="{EE233ED3-B3B5-416A-BEF0-085993F3CD50}" dt="2026-04-20T00:58:32.988" v="2986" actId="20577"/>
          <ac:spMkLst>
            <pc:docMk/>
            <pc:sldMk cId="3579121691" sldId="261"/>
            <ac:spMk id="2" creationId="{11956D3E-390D-1D43-14A4-7B339E9365FC}"/>
          </ac:spMkLst>
        </pc:spChg>
        <pc:spChg chg="mod">
          <ac:chgData name="Dalton, Daniel" userId="e8a15db8-cb68-43a0-a30f-944e5ffd2858" providerId="ADAL" clId="{EE233ED3-B3B5-416A-BEF0-085993F3CD50}" dt="2026-04-20T00:59:01.556" v="2993"/>
          <ac:spMkLst>
            <pc:docMk/>
            <pc:sldMk cId="3579121691" sldId="261"/>
            <ac:spMk id="3" creationId="{CA813832-2788-B55B-8437-1F13D14190A7}"/>
          </ac:spMkLst>
        </pc:spChg>
        <pc:spChg chg="add">
          <ac:chgData name="Dalton, Daniel" userId="e8a15db8-cb68-43a0-a30f-944e5ffd2858" providerId="ADAL" clId="{EE233ED3-B3B5-416A-BEF0-085993F3CD50}" dt="2026-04-20T00:58:21.405" v="2976" actId="26606"/>
          <ac:spMkLst>
            <pc:docMk/>
            <pc:sldMk cId="3579121691" sldId="261"/>
            <ac:spMk id="8" creationId="{DBDA151C-5770-45E4-AAFF-59E7F403866D}"/>
          </ac:spMkLst>
        </pc:spChg>
        <pc:cxnChg chg="add">
          <ac:chgData name="Dalton, Daniel" userId="e8a15db8-cb68-43a0-a30f-944e5ffd2858" providerId="ADAL" clId="{EE233ED3-B3B5-416A-BEF0-085993F3CD50}" dt="2026-04-20T00:58:21.405" v="2976" actId="26606"/>
          <ac:cxnSpMkLst>
            <pc:docMk/>
            <pc:sldMk cId="3579121691" sldId="261"/>
            <ac:cxnSpMk id="10" creationId="{EB1E2835-13A9-CE41-5BA6-8BF45C9EE0B1}"/>
          </ac:cxnSpMkLst>
        </pc:cxnChg>
      </pc:sldChg>
      <pc:sldMasterChg chg="del delSldLayout">
        <pc:chgData name="Dalton, Daniel" userId="e8a15db8-cb68-43a0-a30f-944e5ffd2858" providerId="ADAL" clId="{EE233ED3-B3B5-416A-BEF0-085993F3CD50}" dt="2026-04-20T00:01:42.528" v="0" actId="26606"/>
        <pc:sldMasterMkLst>
          <pc:docMk/>
          <pc:sldMasterMk cId="1248889458" sldId="2147483648"/>
        </pc:sldMasterMkLst>
        <pc:sldLayoutChg chg="del">
          <pc:chgData name="Dalton, Daniel" userId="e8a15db8-cb68-43a0-a30f-944e5ffd2858" providerId="ADAL" clId="{EE233ED3-B3B5-416A-BEF0-085993F3CD50}" dt="2026-04-20T00:01:42.528" v="0" actId="26606"/>
          <pc:sldLayoutMkLst>
            <pc:docMk/>
            <pc:sldMasterMk cId="1248889458" sldId="2147483648"/>
            <pc:sldLayoutMk cId="1190680116" sldId="2147483649"/>
          </pc:sldLayoutMkLst>
        </pc:sldLayoutChg>
        <pc:sldLayoutChg chg="del">
          <pc:chgData name="Dalton, Daniel" userId="e8a15db8-cb68-43a0-a30f-944e5ffd2858" providerId="ADAL" clId="{EE233ED3-B3B5-416A-BEF0-085993F3CD50}" dt="2026-04-20T00:01:42.528" v="0" actId="26606"/>
          <pc:sldLayoutMkLst>
            <pc:docMk/>
            <pc:sldMasterMk cId="1248889458" sldId="2147483648"/>
            <pc:sldLayoutMk cId="3200603959" sldId="2147483650"/>
          </pc:sldLayoutMkLst>
        </pc:sldLayoutChg>
        <pc:sldLayoutChg chg="del">
          <pc:chgData name="Dalton, Daniel" userId="e8a15db8-cb68-43a0-a30f-944e5ffd2858" providerId="ADAL" clId="{EE233ED3-B3B5-416A-BEF0-085993F3CD50}" dt="2026-04-20T00:01:42.528" v="0" actId="26606"/>
          <pc:sldLayoutMkLst>
            <pc:docMk/>
            <pc:sldMasterMk cId="1248889458" sldId="2147483648"/>
            <pc:sldLayoutMk cId="364223403" sldId="2147483651"/>
          </pc:sldLayoutMkLst>
        </pc:sldLayoutChg>
        <pc:sldLayoutChg chg="del">
          <pc:chgData name="Dalton, Daniel" userId="e8a15db8-cb68-43a0-a30f-944e5ffd2858" providerId="ADAL" clId="{EE233ED3-B3B5-416A-BEF0-085993F3CD50}" dt="2026-04-20T00:01:42.528" v="0" actId="26606"/>
          <pc:sldLayoutMkLst>
            <pc:docMk/>
            <pc:sldMasterMk cId="1248889458" sldId="2147483648"/>
            <pc:sldLayoutMk cId="3607976258" sldId="2147483652"/>
          </pc:sldLayoutMkLst>
        </pc:sldLayoutChg>
        <pc:sldLayoutChg chg="del">
          <pc:chgData name="Dalton, Daniel" userId="e8a15db8-cb68-43a0-a30f-944e5ffd2858" providerId="ADAL" clId="{EE233ED3-B3B5-416A-BEF0-085993F3CD50}" dt="2026-04-20T00:01:42.528" v="0" actId="26606"/>
          <pc:sldLayoutMkLst>
            <pc:docMk/>
            <pc:sldMasterMk cId="1248889458" sldId="2147483648"/>
            <pc:sldLayoutMk cId="637228497" sldId="2147483653"/>
          </pc:sldLayoutMkLst>
        </pc:sldLayoutChg>
        <pc:sldLayoutChg chg="del">
          <pc:chgData name="Dalton, Daniel" userId="e8a15db8-cb68-43a0-a30f-944e5ffd2858" providerId="ADAL" clId="{EE233ED3-B3B5-416A-BEF0-085993F3CD50}" dt="2026-04-20T00:01:42.528" v="0" actId="26606"/>
          <pc:sldLayoutMkLst>
            <pc:docMk/>
            <pc:sldMasterMk cId="1248889458" sldId="2147483648"/>
            <pc:sldLayoutMk cId="3378885128" sldId="2147483654"/>
          </pc:sldLayoutMkLst>
        </pc:sldLayoutChg>
        <pc:sldLayoutChg chg="del">
          <pc:chgData name="Dalton, Daniel" userId="e8a15db8-cb68-43a0-a30f-944e5ffd2858" providerId="ADAL" clId="{EE233ED3-B3B5-416A-BEF0-085993F3CD50}" dt="2026-04-20T00:01:42.528" v="0" actId="26606"/>
          <pc:sldLayoutMkLst>
            <pc:docMk/>
            <pc:sldMasterMk cId="1248889458" sldId="2147483648"/>
            <pc:sldLayoutMk cId="2158818936" sldId="2147483655"/>
          </pc:sldLayoutMkLst>
        </pc:sldLayoutChg>
        <pc:sldLayoutChg chg="del">
          <pc:chgData name="Dalton, Daniel" userId="e8a15db8-cb68-43a0-a30f-944e5ffd2858" providerId="ADAL" clId="{EE233ED3-B3B5-416A-BEF0-085993F3CD50}" dt="2026-04-20T00:01:42.528" v="0" actId="26606"/>
          <pc:sldLayoutMkLst>
            <pc:docMk/>
            <pc:sldMasterMk cId="1248889458" sldId="2147483648"/>
            <pc:sldLayoutMk cId="2316526179" sldId="2147483656"/>
          </pc:sldLayoutMkLst>
        </pc:sldLayoutChg>
        <pc:sldLayoutChg chg="del">
          <pc:chgData name="Dalton, Daniel" userId="e8a15db8-cb68-43a0-a30f-944e5ffd2858" providerId="ADAL" clId="{EE233ED3-B3B5-416A-BEF0-085993F3CD50}" dt="2026-04-20T00:01:42.528" v="0" actId="26606"/>
          <pc:sldLayoutMkLst>
            <pc:docMk/>
            <pc:sldMasterMk cId="1248889458" sldId="2147483648"/>
            <pc:sldLayoutMk cId="2125134982" sldId="2147483657"/>
          </pc:sldLayoutMkLst>
        </pc:sldLayoutChg>
        <pc:sldLayoutChg chg="del">
          <pc:chgData name="Dalton, Daniel" userId="e8a15db8-cb68-43a0-a30f-944e5ffd2858" providerId="ADAL" clId="{EE233ED3-B3B5-416A-BEF0-085993F3CD50}" dt="2026-04-20T00:01:42.528" v="0" actId="26606"/>
          <pc:sldLayoutMkLst>
            <pc:docMk/>
            <pc:sldMasterMk cId="1248889458" sldId="2147483648"/>
            <pc:sldLayoutMk cId="1148436876" sldId="2147483658"/>
          </pc:sldLayoutMkLst>
        </pc:sldLayoutChg>
        <pc:sldLayoutChg chg="del">
          <pc:chgData name="Dalton, Daniel" userId="e8a15db8-cb68-43a0-a30f-944e5ffd2858" providerId="ADAL" clId="{EE233ED3-B3B5-416A-BEF0-085993F3CD50}" dt="2026-04-20T00:01:42.528" v="0" actId="26606"/>
          <pc:sldLayoutMkLst>
            <pc:docMk/>
            <pc:sldMasterMk cId="1248889458" sldId="2147483648"/>
            <pc:sldLayoutMk cId="3595208111" sldId="2147483659"/>
          </pc:sldLayoutMkLst>
        </pc:sldLayoutChg>
      </pc:sldMasterChg>
      <pc:sldMasterChg chg="add addSldLayout">
        <pc:chgData name="Dalton, Daniel" userId="e8a15db8-cb68-43a0-a30f-944e5ffd2858" providerId="ADAL" clId="{EE233ED3-B3B5-416A-BEF0-085993F3CD50}" dt="2026-04-20T00:01:42.528" v="0" actId="26606"/>
        <pc:sldMasterMkLst>
          <pc:docMk/>
          <pc:sldMasterMk cId="3658168608" sldId="2147483699"/>
        </pc:sldMasterMkLst>
        <pc:sldLayoutChg chg="add">
          <pc:chgData name="Dalton, Daniel" userId="e8a15db8-cb68-43a0-a30f-944e5ffd2858" providerId="ADAL" clId="{EE233ED3-B3B5-416A-BEF0-085993F3CD50}" dt="2026-04-20T00:01:42.528" v="0" actId="26606"/>
          <pc:sldLayoutMkLst>
            <pc:docMk/>
            <pc:sldMasterMk cId="3658168608" sldId="2147483699"/>
            <pc:sldLayoutMk cId="2242478702" sldId="2147483688"/>
          </pc:sldLayoutMkLst>
        </pc:sldLayoutChg>
        <pc:sldLayoutChg chg="add">
          <pc:chgData name="Dalton, Daniel" userId="e8a15db8-cb68-43a0-a30f-944e5ffd2858" providerId="ADAL" clId="{EE233ED3-B3B5-416A-BEF0-085993F3CD50}" dt="2026-04-20T00:01:42.528" v="0" actId="26606"/>
          <pc:sldLayoutMkLst>
            <pc:docMk/>
            <pc:sldMasterMk cId="3658168608" sldId="2147483699"/>
            <pc:sldLayoutMk cId="3375029004" sldId="2147483689"/>
          </pc:sldLayoutMkLst>
        </pc:sldLayoutChg>
        <pc:sldLayoutChg chg="add">
          <pc:chgData name="Dalton, Daniel" userId="e8a15db8-cb68-43a0-a30f-944e5ffd2858" providerId="ADAL" clId="{EE233ED3-B3B5-416A-BEF0-085993F3CD50}" dt="2026-04-20T00:01:42.528" v="0" actId="26606"/>
          <pc:sldLayoutMkLst>
            <pc:docMk/>
            <pc:sldMasterMk cId="3658168608" sldId="2147483699"/>
            <pc:sldLayoutMk cId="993291332" sldId="2147483690"/>
          </pc:sldLayoutMkLst>
        </pc:sldLayoutChg>
        <pc:sldLayoutChg chg="add">
          <pc:chgData name="Dalton, Daniel" userId="e8a15db8-cb68-43a0-a30f-944e5ffd2858" providerId="ADAL" clId="{EE233ED3-B3B5-416A-BEF0-085993F3CD50}" dt="2026-04-20T00:01:42.528" v="0" actId="26606"/>
          <pc:sldLayoutMkLst>
            <pc:docMk/>
            <pc:sldMasterMk cId="3658168608" sldId="2147483699"/>
            <pc:sldLayoutMk cId="3237651861" sldId="2147483691"/>
          </pc:sldLayoutMkLst>
        </pc:sldLayoutChg>
        <pc:sldLayoutChg chg="add">
          <pc:chgData name="Dalton, Daniel" userId="e8a15db8-cb68-43a0-a30f-944e5ffd2858" providerId="ADAL" clId="{EE233ED3-B3B5-416A-BEF0-085993F3CD50}" dt="2026-04-20T00:01:42.528" v="0" actId="26606"/>
          <pc:sldLayoutMkLst>
            <pc:docMk/>
            <pc:sldMasterMk cId="3658168608" sldId="2147483699"/>
            <pc:sldLayoutMk cId="409365848" sldId="2147483692"/>
          </pc:sldLayoutMkLst>
        </pc:sldLayoutChg>
        <pc:sldLayoutChg chg="add">
          <pc:chgData name="Dalton, Daniel" userId="e8a15db8-cb68-43a0-a30f-944e5ffd2858" providerId="ADAL" clId="{EE233ED3-B3B5-416A-BEF0-085993F3CD50}" dt="2026-04-20T00:01:42.528" v="0" actId="26606"/>
          <pc:sldLayoutMkLst>
            <pc:docMk/>
            <pc:sldMasterMk cId="3658168608" sldId="2147483699"/>
            <pc:sldLayoutMk cId="3576244086" sldId="2147483693"/>
          </pc:sldLayoutMkLst>
        </pc:sldLayoutChg>
        <pc:sldLayoutChg chg="add">
          <pc:chgData name="Dalton, Daniel" userId="e8a15db8-cb68-43a0-a30f-944e5ffd2858" providerId="ADAL" clId="{EE233ED3-B3B5-416A-BEF0-085993F3CD50}" dt="2026-04-20T00:01:42.528" v="0" actId="26606"/>
          <pc:sldLayoutMkLst>
            <pc:docMk/>
            <pc:sldMasterMk cId="3658168608" sldId="2147483699"/>
            <pc:sldLayoutMk cId="3547023258" sldId="2147483694"/>
          </pc:sldLayoutMkLst>
        </pc:sldLayoutChg>
        <pc:sldLayoutChg chg="add">
          <pc:chgData name="Dalton, Daniel" userId="e8a15db8-cb68-43a0-a30f-944e5ffd2858" providerId="ADAL" clId="{EE233ED3-B3B5-416A-BEF0-085993F3CD50}" dt="2026-04-20T00:01:42.528" v="0" actId="26606"/>
          <pc:sldLayoutMkLst>
            <pc:docMk/>
            <pc:sldMasterMk cId="3658168608" sldId="2147483699"/>
            <pc:sldLayoutMk cId="3526823303" sldId="2147483695"/>
          </pc:sldLayoutMkLst>
        </pc:sldLayoutChg>
        <pc:sldLayoutChg chg="add">
          <pc:chgData name="Dalton, Daniel" userId="e8a15db8-cb68-43a0-a30f-944e5ffd2858" providerId="ADAL" clId="{EE233ED3-B3B5-416A-BEF0-085993F3CD50}" dt="2026-04-20T00:01:42.528" v="0" actId="26606"/>
          <pc:sldLayoutMkLst>
            <pc:docMk/>
            <pc:sldMasterMk cId="3658168608" sldId="2147483699"/>
            <pc:sldLayoutMk cId="2186027068" sldId="2147483696"/>
          </pc:sldLayoutMkLst>
        </pc:sldLayoutChg>
        <pc:sldLayoutChg chg="add">
          <pc:chgData name="Dalton, Daniel" userId="e8a15db8-cb68-43a0-a30f-944e5ffd2858" providerId="ADAL" clId="{EE233ED3-B3B5-416A-BEF0-085993F3CD50}" dt="2026-04-20T00:01:42.528" v="0" actId="26606"/>
          <pc:sldLayoutMkLst>
            <pc:docMk/>
            <pc:sldMasterMk cId="3658168608" sldId="2147483699"/>
            <pc:sldLayoutMk cId="4015837924" sldId="2147483697"/>
          </pc:sldLayoutMkLst>
        </pc:sldLayoutChg>
        <pc:sldLayoutChg chg="add">
          <pc:chgData name="Dalton, Daniel" userId="e8a15db8-cb68-43a0-a30f-944e5ffd2858" providerId="ADAL" clId="{EE233ED3-B3B5-416A-BEF0-085993F3CD50}" dt="2026-04-20T00:01:42.528" v="0" actId="26606"/>
          <pc:sldLayoutMkLst>
            <pc:docMk/>
            <pc:sldMasterMk cId="3658168608" sldId="2147483699"/>
            <pc:sldLayoutMk cId="2740056020" sldId="2147483698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EC547A-0DD3-4208-A542-3220784D907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0FAA25-B04D-45B3-9AEA-22FEAEBFF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137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Daniel Dalton, Scrum Master</a:t>
            </a:r>
            <a:br>
              <a:rPr lang="en-US" dirty="0"/>
            </a:br>
            <a:r>
              <a:rPr lang="en-US" dirty="0"/>
              <a:t>Introduce the presentation by explaining that while Waterfall served </a:t>
            </a:r>
            <a:r>
              <a:rPr lang="en-US" dirty="0" err="1"/>
              <a:t>ChadaTech</a:t>
            </a:r>
            <a:r>
              <a:rPr lang="en-US" dirty="0"/>
              <a:t> for years, the SNHU Travel pilot demonstrates how Agile can modernize our delivery and improve client satisfaction.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FAA25-B04D-45B3-9AEA-22FEAEBFF3E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372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023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823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6027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837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056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65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478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029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91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651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6244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8168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lucid.co/blog/agile-scrum-roles-and-responsibilities" TargetMode="External"/><Relationship Id="rId2" Type="http://schemas.openxmlformats.org/officeDocument/2006/relationships/hyperlink" Target="https://www.atlassian.com/agile/agile-at-scale/agile-iron-triangl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teamhood.com/agile-resources/what-is-scrum/" TargetMode="External"/><Relationship Id="rId4" Type="http://schemas.openxmlformats.org/officeDocument/2006/relationships/hyperlink" Target="https://scrumguides.org/scrum-guide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54A27A-3304-00C6-6B60-C17466B5A1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47"/>
          <a:stretch>
            <a:fillRect/>
          </a:stretch>
        </p:blipFill>
        <p:spPr>
          <a:xfrm>
            <a:off x="0" y="0"/>
            <a:ext cx="1219200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6136311-C81B-47C5-AE0A-5641A5A59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76600" y="1066800"/>
            <a:ext cx="4681728" cy="4724400"/>
          </a:xfrm>
          <a:prstGeom prst="rect">
            <a:avLst/>
          </a:prstGeom>
          <a:solidFill>
            <a:schemeClr val="bg1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6E3703-7647-F0BB-FC6E-A635832681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69722" y="1562101"/>
            <a:ext cx="3884568" cy="2738530"/>
          </a:xfrm>
        </p:spPr>
        <p:txBody>
          <a:bodyPr anchor="t">
            <a:normAutofit/>
          </a:bodyPr>
          <a:lstStyle/>
          <a:p>
            <a:r>
              <a:rPr lang="en-US" sz="3200" dirty="0">
                <a:solidFill>
                  <a:schemeClr val="tx2"/>
                </a:solidFill>
              </a:rPr>
              <a:t>Transitioning </a:t>
            </a:r>
            <a:r>
              <a:rPr lang="en-US" sz="3200" dirty="0" err="1">
                <a:solidFill>
                  <a:schemeClr val="tx2"/>
                </a:solidFill>
              </a:rPr>
              <a:t>ChadaTech</a:t>
            </a:r>
            <a:r>
              <a:rPr lang="en-US" sz="3200" dirty="0">
                <a:solidFill>
                  <a:schemeClr val="tx2"/>
                </a:solidFill>
              </a:rPr>
              <a:t> to Scrum-Agile: A Strategic Analysis</a:t>
            </a:r>
            <a:r>
              <a:rPr lang="en-US" sz="3200" dirty="0"/>
              <a:t>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A1C028-579D-C791-7298-7EDDBA61C7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69722" y="4321622"/>
            <a:ext cx="3813048" cy="941832"/>
          </a:xfrm>
        </p:spPr>
        <p:txBody>
          <a:bodyPr>
            <a:normAutofit/>
          </a:bodyPr>
          <a:lstStyle/>
          <a:p>
            <a:r>
              <a:rPr lang="en-US" sz="2000" dirty="0"/>
              <a:t>Pilot Project Results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C73A33-65FF-41A9-A3B0-006753CD1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9619035" y="3435440"/>
            <a:ext cx="0" cy="469087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19318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EB5357-4B87-9ADF-9C29-8075FF447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r>
              <a:rPr lang="en-US"/>
              <a:t>Explaining Agile Roles</a:t>
            </a:r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B7A58-591C-EBE5-8F80-39D281DC0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737860" cy="366698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100"/>
              <a:t>The Product Owner:</a:t>
            </a:r>
          </a:p>
          <a:p>
            <a:pPr lvl="1">
              <a:lnSpc>
                <a:spcPct val="110000"/>
              </a:lnSpc>
            </a:pPr>
            <a:r>
              <a:rPr lang="en-US" sz="1100"/>
              <a:t>Defines the product vision and managers the Product Backlog</a:t>
            </a:r>
          </a:p>
          <a:p>
            <a:pPr lvl="1">
              <a:lnSpc>
                <a:spcPct val="110000"/>
              </a:lnSpc>
            </a:pPr>
            <a:r>
              <a:rPr lang="en-US" sz="1100"/>
              <a:t>Prioritizes features based on business value and ROI.</a:t>
            </a:r>
          </a:p>
          <a:p>
            <a:pPr lvl="1">
              <a:lnSpc>
                <a:spcPct val="110000"/>
              </a:lnSpc>
            </a:pPr>
            <a:r>
              <a:rPr lang="en-US" sz="1100"/>
              <a:t>Acts as the primary point of contact for SNHU Travel stakeholders</a:t>
            </a:r>
          </a:p>
          <a:p>
            <a:pPr>
              <a:lnSpc>
                <a:spcPct val="110000"/>
              </a:lnSpc>
            </a:pPr>
            <a:r>
              <a:rPr lang="en-US" sz="1100"/>
              <a:t>The Scrum Master</a:t>
            </a:r>
          </a:p>
          <a:p>
            <a:pPr lvl="1">
              <a:lnSpc>
                <a:spcPct val="110000"/>
              </a:lnSpc>
            </a:pPr>
            <a:r>
              <a:rPr lang="en-US" sz="1100"/>
              <a:t>Facilitates Scrum Events (Daily Stand-ups, Sprint reviews)</a:t>
            </a:r>
          </a:p>
          <a:p>
            <a:pPr lvl="1">
              <a:lnSpc>
                <a:spcPct val="110000"/>
              </a:lnSpc>
            </a:pPr>
            <a:r>
              <a:rPr lang="en-US" sz="1100"/>
              <a:t>Shields the team from outside interruptions</a:t>
            </a:r>
          </a:p>
          <a:p>
            <a:pPr lvl="1">
              <a:lnSpc>
                <a:spcPct val="110000"/>
              </a:lnSpc>
            </a:pPr>
            <a:r>
              <a:rPr lang="en-US" sz="1100"/>
              <a:t>Promotes continuous improvement by removing technical and organizational blockers.</a:t>
            </a:r>
          </a:p>
          <a:p>
            <a:pPr>
              <a:lnSpc>
                <a:spcPct val="110000"/>
              </a:lnSpc>
            </a:pPr>
            <a:r>
              <a:rPr lang="en-US" sz="1100"/>
              <a:t>The Development Team</a:t>
            </a:r>
          </a:p>
          <a:p>
            <a:pPr lvl="1">
              <a:lnSpc>
                <a:spcPct val="110000"/>
              </a:lnSpc>
            </a:pPr>
            <a:r>
              <a:rPr lang="en-US" sz="1100"/>
              <a:t>A cross-functional, </a:t>
            </a:r>
            <a:r>
              <a:rPr lang="en-US" sz="1100" err="1"/>
              <a:t>sekf</a:t>
            </a:r>
            <a:r>
              <a:rPr lang="en-US" sz="1100"/>
              <a:t> organizing group of 3-9 members.</a:t>
            </a:r>
          </a:p>
          <a:p>
            <a:pPr lvl="1">
              <a:lnSpc>
                <a:spcPct val="110000"/>
              </a:lnSpc>
            </a:pPr>
            <a:r>
              <a:rPr lang="en-US" sz="1100"/>
              <a:t>Responsible for delivering a “Done”, shippable increment every sprint.</a:t>
            </a:r>
          </a:p>
          <a:p>
            <a:pPr lvl="1">
              <a:lnSpc>
                <a:spcPct val="110000"/>
              </a:lnSpc>
            </a:pPr>
            <a:r>
              <a:rPr lang="en-US" sz="1100"/>
              <a:t>Has the autonomy to decide “how” to build the solutions by the PO.</a:t>
            </a:r>
          </a:p>
        </p:txBody>
      </p:sp>
      <p:pic>
        <p:nvPicPr>
          <p:cNvPr id="5" name="Picture 4" descr="The diagram illustrates the Scrum roles and their distinct roles compared to traditional project roles, emphasizing collaboration, value delivery, and the prevention of distractions.&#10;&#10;AI-generated content may be incorrect.">
            <a:extLst>
              <a:ext uri="{FF2B5EF4-FFF2-40B4-BE49-F238E27FC236}">
                <a16:creationId xmlns:a16="http://schemas.microsoft.com/office/drawing/2014/main" id="{66AD380A-1310-247C-A195-F8D65E5C7E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5179" y="1924386"/>
            <a:ext cx="4375829" cy="437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075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9B6A09-10D0-03AF-FE68-AF7A12970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6291472" cy="109728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Explaining Agile Phases (The SDLC)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249EF-52CA-83A5-91A2-F4A9A332D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176036"/>
            <a:ext cx="6291472" cy="412394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300" dirty="0"/>
              <a:t>Requirements (The Product Backlog): </a:t>
            </a:r>
          </a:p>
          <a:p>
            <a:pPr lvl="1">
              <a:lnSpc>
                <a:spcPct val="110000"/>
              </a:lnSpc>
            </a:pPr>
            <a:r>
              <a:rPr lang="en-US" sz="1300" dirty="0"/>
              <a:t>Unlike Waterfall’s fixed documentation, Agile uses a living backlog of User Stories that evolves with the project.</a:t>
            </a:r>
          </a:p>
          <a:p>
            <a:pPr>
              <a:lnSpc>
                <a:spcPct val="110000"/>
              </a:lnSpc>
            </a:pPr>
            <a:r>
              <a:rPr lang="en-US" sz="1300" dirty="0"/>
              <a:t>Design &amp; Development (The Sprint):</a:t>
            </a:r>
          </a:p>
          <a:p>
            <a:pPr lvl="1">
              <a:lnSpc>
                <a:spcPct val="110000"/>
              </a:lnSpc>
            </a:pPr>
            <a:r>
              <a:rPr lang="en-US" sz="1300" dirty="0"/>
              <a:t>Coding and design happen in a time-boxed cycle (typically 2 weeks). Design is iterative rather than upfront.</a:t>
            </a:r>
          </a:p>
          <a:p>
            <a:pPr>
              <a:lnSpc>
                <a:spcPct val="110000"/>
              </a:lnSpc>
            </a:pPr>
            <a:r>
              <a:rPr lang="en-US" sz="1300" dirty="0"/>
              <a:t>Testing (The Definition of Done):</a:t>
            </a:r>
          </a:p>
          <a:p>
            <a:pPr lvl="1">
              <a:lnSpc>
                <a:spcPct val="110000"/>
              </a:lnSpc>
            </a:pPr>
            <a:r>
              <a:rPr lang="en-US" sz="1300" dirty="0"/>
              <a:t>Testing in integrated into every day of the sprint. No story is “Done” until it passes QA and peer review.</a:t>
            </a:r>
          </a:p>
          <a:p>
            <a:pPr>
              <a:lnSpc>
                <a:spcPct val="110000"/>
              </a:lnSpc>
            </a:pPr>
            <a:r>
              <a:rPr lang="en-US" sz="1300" dirty="0"/>
              <a:t>Review &amp; Retrospective (The Feedback Loop):</a:t>
            </a:r>
          </a:p>
          <a:p>
            <a:pPr lvl="1">
              <a:lnSpc>
                <a:spcPct val="110000"/>
              </a:lnSpc>
            </a:pPr>
            <a:r>
              <a:rPr lang="en-US" sz="1300" dirty="0"/>
              <a:t>Review: Showcases the working software to SNHU Travel to ensure alignment.</a:t>
            </a:r>
          </a:p>
          <a:p>
            <a:pPr lvl="1">
              <a:lnSpc>
                <a:spcPct val="110000"/>
              </a:lnSpc>
            </a:pPr>
            <a:r>
              <a:rPr lang="en-US" sz="1300" dirty="0"/>
              <a:t>Retrospective: The team analyzes their own process to become more efficient in the next sprint</a:t>
            </a:r>
          </a:p>
          <a:p>
            <a:pPr>
              <a:lnSpc>
                <a:spcPct val="110000"/>
              </a:lnSpc>
            </a:pPr>
            <a:endParaRPr lang="en-US" sz="1300" dirty="0"/>
          </a:p>
        </p:txBody>
      </p:sp>
      <p:pic>
        <p:nvPicPr>
          <p:cNvPr id="5" name="Picture 4" descr="Release.&#10;&#10;AI-generated content may be incorrect.">
            <a:extLst>
              <a:ext uri="{FF2B5EF4-FFF2-40B4-BE49-F238E27FC236}">
                <a16:creationId xmlns:a16="http://schemas.microsoft.com/office/drawing/2014/main" id="{8E498290-9B5A-ED8C-9F8F-3674CAE145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27" r="10268" b="2"/>
          <a:stretch>
            <a:fillRect/>
          </a:stretch>
        </p:blipFill>
        <p:spPr>
          <a:xfrm>
            <a:off x="7776429" y="914400"/>
            <a:ext cx="4414591" cy="5357106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774468" y="6271515"/>
            <a:ext cx="441655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1632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6BABAF-9218-09C1-3DE9-CE6713B7D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en-US" dirty="0"/>
              <a:t>Describing the Waterfall Model</a:t>
            </a:r>
          </a:p>
        </p:txBody>
      </p:sp>
      <p:pic>
        <p:nvPicPr>
          <p:cNvPr id="5" name="Picture 4" descr="The diagram illustrates a comparison between the Waterfall and Agile methodologies, highlighting their distinct stages in software development.&#10;&#10;AI-generated content may be incorrect.">
            <a:extLst>
              <a:ext uri="{FF2B5EF4-FFF2-40B4-BE49-F238E27FC236}">
                <a16:creationId xmlns:a16="http://schemas.microsoft.com/office/drawing/2014/main" id="{6EF3A72F-11BB-6FB0-ED64-D72E643CE6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32" y="2957456"/>
            <a:ext cx="5648193" cy="235812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E3BDA-7A6A-27FC-C5D0-674D26B35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100"/>
              <a:t>Sequential vs Overlapping:</a:t>
            </a:r>
          </a:p>
          <a:p>
            <a:pPr lvl="1">
              <a:lnSpc>
                <a:spcPct val="110000"/>
              </a:lnSpc>
            </a:pPr>
            <a:r>
              <a:rPr lang="en-US" sz="1100"/>
              <a:t>Waterfall follows a strict sequence (Requirements – Design – Implementation – Verification) Changes require backtracking to phase one.</a:t>
            </a:r>
          </a:p>
          <a:p>
            <a:pPr>
              <a:lnSpc>
                <a:spcPct val="110000"/>
              </a:lnSpc>
            </a:pPr>
            <a:r>
              <a:rPr lang="en-US" sz="1100"/>
              <a:t>The SNHU Travel Example</a:t>
            </a:r>
          </a:p>
          <a:p>
            <a:pPr lvl="1">
              <a:lnSpc>
                <a:spcPct val="110000"/>
              </a:lnSpc>
            </a:pPr>
            <a:r>
              <a:rPr lang="en-US" sz="1100"/>
              <a:t>In Waterfall, our mid-project pivot toward “Domestic Travel” would have required a formal change-management request and likely a 3-month delay.</a:t>
            </a:r>
          </a:p>
          <a:p>
            <a:pPr>
              <a:lnSpc>
                <a:spcPct val="110000"/>
              </a:lnSpc>
            </a:pPr>
            <a:r>
              <a:rPr lang="en-US" sz="1100"/>
              <a:t>Deferred Risk</a:t>
            </a:r>
          </a:p>
          <a:p>
            <a:pPr lvl="1">
              <a:lnSpc>
                <a:spcPct val="110000"/>
              </a:lnSpc>
            </a:pPr>
            <a:r>
              <a:rPr lang="en-US" sz="1100"/>
              <a:t>In Waterfall, the client doesn’t see the product until the end. If the requirements were misunderstood, the failure is only discovered at the very finish line. </a:t>
            </a:r>
          </a:p>
          <a:p>
            <a:pPr>
              <a:lnSpc>
                <a:spcPct val="110000"/>
              </a:lnSpc>
            </a:pPr>
            <a:r>
              <a:rPr lang="en-US" sz="1100"/>
              <a:t>Agile Contrast</a:t>
            </a:r>
          </a:p>
          <a:p>
            <a:pPr lvl="1">
              <a:lnSpc>
                <a:spcPct val="110000"/>
              </a:lnSpc>
            </a:pPr>
            <a:r>
              <a:rPr lang="en-US" sz="1100"/>
              <a:t>Because we used Scrum, we pivoted the backlog in 24 hours without wasting resources on unneeded international features.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7194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D901F6-C01E-FB08-AAA6-7C207D224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1"/>
            <a:ext cx="4876801" cy="1569516"/>
          </a:xfrm>
        </p:spPr>
        <p:txBody>
          <a:bodyPr anchor="t">
            <a:normAutofit/>
          </a:bodyPr>
          <a:lstStyle/>
          <a:p>
            <a:r>
              <a:rPr lang="en-US"/>
              <a:t>Waterfall or Agile? Factors to Consider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44CF0E-3D54-B7CF-2C57-68013FACEF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32" y="3771873"/>
            <a:ext cx="4806291" cy="221089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8751F-471D-208D-5BC9-D754C3C27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9" y="960119"/>
            <a:ext cx="5130210" cy="502266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500"/>
              <a:t>Clarity of Requirements:</a:t>
            </a:r>
          </a:p>
          <a:p>
            <a:pPr lvl="1">
              <a:lnSpc>
                <a:spcPct val="110000"/>
              </a:lnSpc>
            </a:pPr>
            <a:r>
              <a:rPr lang="en-US" sz="1500"/>
              <a:t>Use Waterfall for projects with rigid, unchanging requirements. Use Agile for innovative projects like SNHU Travel.</a:t>
            </a:r>
          </a:p>
          <a:p>
            <a:pPr>
              <a:lnSpc>
                <a:spcPct val="110000"/>
              </a:lnSpc>
            </a:pPr>
            <a:r>
              <a:rPr lang="en-US" sz="1500"/>
              <a:t>Project Complexity</a:t>
            </a:r>
          </a:p>
          <a:p>
            <a:pPr lvl="1">
              <a:lnSpc>
                <a:spcPct val="110000"/>
              </a:lnSpc>
            </a:pPr>
            <a:r>
              <a:rPr lang="en-US" sz="1500"/>
              <a:t>High-complexity projects with many </a:t>
            </a:r>
            <a:r>
              <a:rPr lang="en-US" sz="1500" err="1"/>
              <a:t>unkowns</a:t>
            </a:r>
            <a:r>
              <a:rPr lang="en-US" sz="1500"/>
              <a:t> benefit from the iterative “Inspect and Adapt” nature of Scrum.</a:t>
            </a:r>
          </a:p>
          <a:p>
            <a:pPr>
              <a:lnSpc>
                <a:spcPct val="110000"/>
              </a:lnSpc>
            </a:pPr>
            <a:r>
              <a:rPr lang="en-US" sz="1500"/>
              <a:t>Stakeholder Availability</a:t>
            </a:r>
          </a:p>
          <a:p>
            <a:pPr lvl="1">
              <a:lnSpc>
                <a:spcPct val="110000"/>
              </a:lnSpc>
            </a:pPr>
            <a:r>
              <a:rPr lang="en-US" sz="1500"/>
              <a:t>Agile requires the client to be involved every two weeks. If the client is “hand’s-off,” Waterfall may be necessary despite the risks.</a:t>
            </a:r>
          </a:p>
          <a:p>
            <a:pPr>
              <a:lnSpc>
                <a:spcPct val="110000"/>
              </a:lnSpc>
            </a:pPr>
            <a:r>
              <a:rPr lang="en-US" sz="1500"/>
              <a:t>Market Speed</a:t>
            </a:r>
          </a:p>
          <a:p>
            <a:pPr lvl="1">
              <a:lnSpc>
                <a:spcPct val="110000"/>
              </a:lnSpc>
            </a:pPr>
            <a:r>
              <a:rPr lang="en-US" sz="1500"/>
              <a:t>Agile allows for a Minimum Viable Product to be released early, capturing market share while the rest of the app is being built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40DBD50-3CB1-A513-2321-1891E3F09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4086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956D3E-390D-1D43-14A4-7B339E936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 anchor="t">
            <a:normAutofit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13832-2788-B55B-8437-1F13D1419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633472"/>
            <a:ext cx="10890929" cy="3666744"/>
          </a:xfrm>
        </p:spPr>
        <p:txBody>
          <a:bodyPr>
            <a:normAutofit/>
          </a:bodyPr>
          <a:lstStyle/>
          <a:p>
            <a:r>
              <a:rPr lang="en-US" b="1" dirty="0"/>
              <a:t>Atlassian.</a:t>
            </a:r>
            <a:r>
              <a:rPr lang="en-US" dirty="0"/>
              <a:t> (2024). </a:t>
            </a:r>
            <a:r>
              <a:rPr lang="en-US" i="1" dirty="0"/>
              <a:t>The Agile Iron Triangle.</a:t>
            </a:r>
            <a:r>
              <a:rPr lang="en-US" dirty="0"/>
              <a:t> Retrieved from </a:t>
            </a:r>
            <a:r>
              <a:rPr lang="en-US" dirty="0">
                <a:hlinkClick r:id="rId2"/>
              </a:rPr>
              <a:t>https://www.atlassian.com/agile/agile-at-scale/agile-iron-triangle</a:t>
            </a:r>
            <a:endParaRPr lang="en-US" dirty="0"/>
          </a:p>
          <a:p>
            <a:r>
              <a:rPr lang="en-US" b="1" dirty="0"/>
              <a:t>Lucid Software.</a:t>
            </a:r>
            <a:r>
              <a:rPr lang="en-US" dirty="0"/>
              <a:t> (2026). </a:t>
            </a:r>
            <a:r>
              <a:rPr lang="en-US" i="1" dirty="0"/>
              <a:t>Agile Scrum Roles and Responsibilities.</a:t>
            </a:r>
            <a:r>
              <a:rPr lang="en-US" dirty="0"/>
              <a:t> Retrieved from </a:t>
            </a:r>
            <a:r>
              <a:rPr lang="en-US" dirty="0">
                <a:hlinkClick r:id="rId3"/>
              </a:rPr>
              <a:t>https://lucid.co/blog/agile-scrum-roles-and-responsibilities</a:t>
            </a:r>
            <a:endParaRPr lang="en-US" dirty="0"/>
          </a:p>
          <a:p>
            <a:r>
              <a:rPr lang="en-US" b="1" dirty="0"/>
              <a:t>Schwaber, K., &amp; Sutherland, J.</a:t>
            </a:r>
            <a:r>
              <a:rPr lang="en-US" dirty="0"/>
              <a:t> (2020). </a:t>
            </a:r>
            <a:r>
              <a:rPr lang="en-US" i="1" dirty="0"/>
              <a:t>The Scrum Guide: The Definitive Guide to Scrum: The Rules of the Game.</a:t>
            </a:r>
            <a:r>
              <a:rPr lang="en-US" dirty="0"/>
              <a:t> Retrieved from </a:t>
            </a:r>
            <a:r>
              <a:rPr lang="en-US" dirty="0">
                <a:hlinkClick r:id="rId4"/>
              </a:rPr>
              <a:t>https://scrumguides.org/scrum-guide.html</a:t>
            </a:r>
            <a:endParaRPr lang="en-US" dirty="0"/>
          </a:p>
          <a:p>
            <a:r>
              <a:rPr lang="en-US" b="1" dirty="0" err="1"/>
              <a:t>Teamhood</a:t>
            </a:r>
            <a:r>
              <a:rPr lang="en-US" b="1" dirty="0"/>
              <a:t>.</a:t>
            </a:r>
            <a:r>
              <a:rPr lang="en-US" dirty="0"/>
              <a:t> (2026). </a:t>
            </a:r>
            <a:r>
              <a:rPr lang="en-US" i="1" dirty="0"/>
              <a:t>What is Scrum? The Ultimate Guide.</a:t>
            </a:r>
            <a:r>
              <a:rPr lang="en-US" dirty="0"/>
              <a:t> Retrieved from </a:t>
            </a:r>
            <a:r>
              <a:rPr lang="en-US" dirty="0">
                <a:hlinkClick r:id="rId5"/>
              </a:rPr>
              <a:t>https://teamhood.com/agile-resources/what-is-scrum/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B1E2835-13A9-CE41-5BA6-8BF45C9EE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9121691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baef15b-b8de-423f-9d8a-46f3686d8848}" enabled="0" method="" siteId="{2baef15b-b8de-423f-9d8a-46f3686d884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609</Words>
  <Application>Microsoft Office PowerPoint</Application>
  <PresentationFormat>Widescreen</PresentationFormat>
  <Paragraphs>50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Grandview Display</vt:lpstr>
      <vt:lpstr>DashVTI</vt:lpstr>
      <vt:lpstr>Transitioning ChadaTech to Scrum-Agile: A Strategic Analysis </vt:lpstr>
      <vt:lpstr>Explaining Agile Roles</vt:lpstr>
      <vt:lpstr>Explaining Agile Phases (The SDLC)</vt:lpstr>
      <vt:lpstr>Describing the Waterfall Model</vt:lpstr>
      <vt:lpstr>Waterfall or Agile? Factors to Consider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Dalton, Daniel</dc:creator>
  <cp:lastModifiedBy>Dalton, Daniel</cp:lastModifiedBy>
  <cp:revision>1</cp:revision>
  <dcterms:created xsi:type="dcterms:W3CDTF">2026-04-20T00:01:29Z</dcterms:created>
  <dcterms:modified xsi:type="dcterms:W3CDTF">2026-04-20T00:59:10Z</dcterms:modified>
</cp:coreProperties>
</file>